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41248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AI-Based Fake Job Offer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2763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ADBDD"/>
                </a:solidFill>
                <a:latin typeface="Aptos"/>
              </a:rPr>
              <a:t>Using AI methods, cryptography, network security, and cyber law awareness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4480560" cy="2560320"/>
          </a:xfrm>
          <a:prstGeom prst="roundRect">
            <a:avLst/>
          </a:prstGeom>
          <a:solidFill>
            <a:srgbClr val="173133"/>
          </a:solidFill>
          <a:ln w="12700">
            <a:solidFill>
              <a:srgbClr val="3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3840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EDF7F6"/>
                </a:solidFill>
                <a:latin typeface="Aptos"/>
              </a:rPr>
              <a:t>- Fake offer detection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EDF7F6"/>
                </a:solidFill>
                <a:latin typeface="Aptos"/>
              </a:rPr>
              <a:t>- Domain and link inspection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EDF7F6"/>
                </a:solidFill>
                <a:latin typeface="Aptos"/>
              </a:rPr>
              <a:t>- SHA-256 document fingerprint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EDF7F6"/>
                </a:solidFill>
                <a:latin typeface="Aptos"/>
              </a:rPr>
              <a:t>- Cybercrime reporting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74536" y="2231136"/>
            <a:ext cx="5349240" cy="438912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3E6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ui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96" y="2925644"/>
            <a:ext cx="4846320" cy="300010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870448"/>
            <a:ext cx="2057400" cy="34747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92531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Understanding the threat of fake job offers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39" y="1508760"/>
            <a:ext cx="6394399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20442" y="1622033"/>
            <a:ext cx="5422392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Fake job offers are a growing cyber threat targeting job seekers worldwide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Scammers use sophisticated impersonation techniques to appear legitimate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Victims often lose money through fraudulent fees, deposits, or data theft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Fresh graduates and unemployed individuals are particularly vulnerable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Lack of awareness and easy verification tools exacerbates the problem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Economic impact includes financial losses and damaged trust in job markets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Cybercrime statistics show increasing incidents of employment fraud</a:t>
            </a:r>
          </a:p>
        </p:txBody>
      </p:sp>
      <p:pic>
        <p:nvPicPr>
          <p:cNvPr id="10" name="Picture 9" descr="fake_email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839" y="1572768"/>
            <a:ext cx="4562856" cy="32106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Goals and scope of the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508760"/>
            <a:ext cx="91348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1847088"/>
            <a:ext cx="8147304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Develop an accessible tool for detecting suspicious job offers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Implement multiple detection methods: AI text analysis, network checks, cryptography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Provide clear risk scoring with explainable reasons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Include cyber law guidance for appropriate response actions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Create a browser-based prototype for easy deployment and use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Support both text input and file upload for flexibility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Maintain user privacy by processing data client-side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Technologies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3570" y="3278124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Technical stack and implementation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3101" y="944760"/>
            <a:ext cx="6588251" cy="56451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74873" y="996336"/>
            <a:ext cx="6012179" cy="564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Frontend: 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HTML5, CSS3, JavaScript ES6+ for responsive web interface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Web APIs: 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Web Crypto API for SHA-256 hashing, Local</a:t>
            </a:r>
            <a:r>
              <a:rPr lang="en-US"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 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Storage for data persistence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Text Processing: 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Regular expressions and rule-based pattern matching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Security: 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URL parsing, domain validation, link analysis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UI Framework: 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Custom CSS with light/dark theme support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Build Tools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: Python with python-pptx for presentation generation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Image Generation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: PIL/Pillow for mock UI screenshots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</a:t>
            </a: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Deployment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: Static web server (Python </a:t>
            </a:r>
            <a:r>
              <a:rPr sz="2000" b="0" dirty="0" err="1">
                <a:solidFill>
                  <a:srgbClr val="172021"/>
                </a:solidFill>
                <a:latin typeface="Franklin Gothic Book" panose="020B0503020102020204" pitchFamily="34" charset="0"/>
              </a:rPr>
              <a:t>http.server</a:t>
            </a: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) for local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9851" y="1627632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4151" y="197281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F766E"/>
                </a:solidFill>
                <a:latin typeface="Aptos"/>
              </a:rPr>
              <a:t>AI Text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40111" y="164592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54411" y="20116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245B9B"/>
                </a:solidFill>
                <a:latin typeface="Aptos"/>
              </a:rPr>
              <a:t>Network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3859" y="3730752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7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8451" y="408736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C47A11"/>
                </a:solidFill>
                <a:latin typeface="Aptos"/>
              </a:rPr>
              <a:t>SHA-256 Hash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19" y="3721608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18419" y="403250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B8323A"/>
                </a:solidFill>
                <a:latin typeface="Aptos"/>
              </a:rPr>
              <a:t>Cyber Law Guide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2688336"/>
            <a:ext cx="2011680" cy="749808"/>
          </a:xfrm>
          <a:prstGeom prst="roundRect">
            <a:avLst/>
          </a:prstGeom>
          <a:solidFill>
            <a:srgbClr val="112123"/>
          </a:solidFill>
          <a:ln w="12700">
            <a:solidFill>
              <a:srgbClr val="112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9308591" y="2971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Risk Score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38258" y="2551176"/>
            <a:ext cx="667512" cy="18288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</p:cNvCxnSpPr>
          <p:nvPr/>
        </p:nvCxnSpPr>
        <p:spPr>
          <a:xfrm>
            <a:off x="10354056" y="2596896"/>
            <a:ext cx="210312" cy="173736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92181" y="3474720"/>
            <a:ext cx="667512" cy="22860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80191" y="3456432"/>
            <a:ext cx="91440" cy="22860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Architecture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Client-side prototype with modular detection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251460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2834640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72021"/>
                </a:solidFill>
                <a:latin typeface="Aptos"/>
              </a:rPr>
              <a:t>Frontend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41732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48072" y="17373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72021"/>
                </a:solidFill>
                <a:latin typeface="Aptos"/>
              </a:rPr>
              <a:t>Text Analyzer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78892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310896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72021"/>
                </a:solidFill>
                <a:latin typeface="Aptos"/>
              </a:rPr>
              <a:t>Network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16052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4480560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72021"/>
                </a:solidFill>
                <a:latin typeface="Aptos"/>
              </a:rPr>
              <a:t>Crypto Hash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514600"/>
            <a:ext cx="2057400" cy="914400"/>
          </a:xfrm>
          <a:prstGeom prst="roundRect">
            <a:avLst/>
          </a:prstGeom>
          <a:solidFill>
            <a:srgbClr val="112123"/>
          </a:solidFill>
          <a:ln w="12700">
            <a:solidFill>
              <a:srgbClr val="112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2834640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Risk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160520"/>
            <a:ext cx="2057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05672" y="44805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B8323A"/>
                </a:solidFill>
                <a:latin typeface="Aptos"/>
              </a:rPr>
              <a:t>History Store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456432" y="1874519"/>
            <a:ext cx="1344168" cy="1097281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86600" y="1874519"/>
            <a:ext cx="1399032" cy="1097281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56432" y="2971800"/>
            <a:ext cx="1344168" cy="27432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86600" y="2971800"/>
            <a:ext cx="1399032" cy="27432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56432" y="2971800"/>
            <a:ext cx="1344168" cy="164592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086600" y="2971800"/>
            <a:ext cx="1399032" cy="164592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28048" y="3456432"/>
            <a:ext cx="0" cy="676655"/>
          </a:xfrm>
          <a:prstGeom prst="line">
            <a:avLst/>
          </a:prstGeom>
          <a:ln w="30480">
            <a:solidFill>
              <a:srgbClr val="B8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System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How the detector converts offer evidence into a final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42316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0932" y="2724912"/>
            <a:ext cx="11489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72021"/>
                </a:solidFill>
                <a:latin typeface="Aptos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017520"/>
            <a:ext cx="148132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F73"/>
                </a:solidFill>
                <a:latin typeface="Aptos"/>
              </a:rPr>
              <a:t>Text or .txt 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90672" y="2999232"/>
            <a:ext cx="411480" cy="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242316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0832" y="2724912"/>
            <a:ext cx="18268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72021"/>
                </a:solidFill>
                <a:latin typeface="Aptos"/>
              </a:rPr>
              <a:t>Extract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017520"/>
            <a:ext cx="148132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F73"/>
                </a:solidFill>
                <a:latin typeface="Aptos"/>
              </a:rPr>
              <a:t>Emails, URLs, risk terms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9512" y="2999232"/>
            <a:ext cx="411480" cy="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23560" y="242316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1352" y="2724912"/>
            <a:ext cx="12634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72021"/>
                </a:solidFill>
                <a:latin typeface="Aptos"/>
              </a:rPr>
              <a:t>Run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3017520"/>
            <a:ext cx="148132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F73"/>
                </a:solidFill>
                <a:latin typeface="Aptos"/>
              </a:rPr>
              <a:t>AI rules + network logic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88352" y="2999232"/>
            <a:ext cx="411480" cy="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0" y="242316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6612" y="2724912"/>
            <a:ext cx="16706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72021"/>
                </a:solidFill>
                <a:latin typeface="Aptos"/>
              </a:rPr>
              <a:t>Hash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3017520"/>
            <a:ext cx="148132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F73"/>
                </a:solidFill>
                <a:latin typeface="Aptos"/>
              </a:rPr>
              <a:t>SHA-256 fingerprint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37192" y="2999232"/>
            <a:ext cx="411480" cy="0"/>
          </a:xfrm>
          <a:prstGeom prst="line">
            <a:avLst/>
          </a:prstGeom>
          <a:ln w="304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21240" y="242316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27937" y="2724912"/>
            <a:ext cx="13056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72021"/>
                </a:solidFill>
                <a:latin typeface="Aptos"/>
              </a:rPr>
              <a:t>Final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3017520"/>
            <a:ext cx="148132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F73"/>
                </a:solidFill>
                <a:latin typeface="Aptos"/>
              </a:rPr>
              <a:t>Score, verdict, guidance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2272" y="4800600"/>
            <a:ext cx="2468880" cy="34747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2272" y="4855464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End-to-end detection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SHA-256 Cryptography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Document integrity verification using cryptographic hashing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508760"/>
            <a:ext cx="908913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1847088"/>
            <a:ext cx="7434072" cy="4106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SHA-256 is a cryptographic hash function producing 256-bit (32-byte) hash values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Used to create unique fingerprints of job offer documents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Any change in input text produces completely different hash output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Provides document integrity verification without revealing content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Implemented using browser's Web Crypto API for client-side processing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Hash values are displayed in hexadecimal format for readability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Helps users verify if offer content has been tampered with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Cryptographically secure and collision-resistant algorithm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Advantages and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Strengths and areas for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444752"/>
            <a:ext cx="8961120" cy="5111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73936" y="1444752"/>
            <a:ext cx="788212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Advantages: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Browser-based, no installation required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Client-side processing ensures privacy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Multiple detection methods for comprehensive analysis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Explainable AI approach with clear reasoning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Cyber law guidance for appropriate actions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Lightweight and fast performance</a:t>
            </a:r>
          </a:p>
          <a:p>
            <a:pPr>
              <a:spcAft>
                <a:spcPts val="700"/>
              </a:spcAft>
            </a:pPr>
            <a:r>
              <a:rPr sz="2000" b="1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Limitations: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Rule-based detection may miss sophisticated scams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No machine learning model for advanced pattern recognition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Limited to text analysis, no image or PDF processing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Cannot verify actual company hiring practices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Depends on user-provided evidence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Potential enhancements and research directions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508760"/>
            <a:ext cx="87050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1682496"/>
            <a:ext cx="7370064" cy="428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Integrate machine learning models trained on real fake job datasets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Add support for PDF and image OCR processing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Implement live API checks for domain reputation and WHOIS data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Create verified employer portal with digital signatures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Develop mobile app version for broader accessibility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Add multi-language support for global users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Implement real-time URL scanning and malware detection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Partner with employment agencies for official verification services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Research advanced NLP techniques for better text analysis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Explore blockchain-based verification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112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56032"/>
            <a:ext cx="502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8FBEF"/>
                </a:solidFill>
                <a:latin typeface="Aptos"/>
              </a:rPr>
              <a:t>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355080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9C9CB"/>
                </a:solidFill>
                <a:latin typeface="Aptos"/>
              </a:rPr>
              <a:t>JobShield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41148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2021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932688"/>
            <a:ext cx="8961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06F73"/>
                </a:solidFill>
                <a:latin typeface="Aptos"/>
              </a:rPr>
              <a:t>Summary of the project's impact and achievements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1872" y="1481741"/>
            <a:ext cx="1004627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1847088"/>
            <a:ext cx="845764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The AI-Based Fake Job Offer Detector successfully combines multiple cybersecurity approaches to protect job seekers.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Key achievements include rule-based AI text analysis, network security checks, SHA-256 document hashing, and cyber law guidance.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The prototype demonstrates how client-side technologies can provide immediate risk assessment without requiring backend infrastructure.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Future enhancements could include machine learning models, live API integrations, and verified employer portals.</a:t>
            </a:r>
          </a:p>
          <a:p>
            <a:pPr>
              <a:spcAft>
                <a:spcPts val="700"/>
              </a:spcAft>
            </a:pPr>
            <a:r>
              <a:rPr sz="2000" b="0" dirty="0">
                <a:solidFill>
                  <a:srgbClr val="172021"/>
                </a:solidFill>
                <a:latin typeface="Franklin Gothic Book" panose="020B0503020102020204" pitchFamily="34" charset="0"/>
              </a:rPr>
              <a:t>- This project contributes to digital literacy and cyber safety awareness among job seekers in India and globally.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486400"/>
            <a:ext cx="182880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18301" y="5541264"/>
            <a:ext cx="12506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779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Franklin Gothic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umab2067@gmail.com</cp:lastModifiedBy>
  <cp:revision>3</cp:revision>
  <dcterms:created xsi:type="dcterms:W3CDTF">2013-01-27T09:14:16Z</dcterms:created>
  <dcterms:modified xsi:type="dcterms:W3CDTF">2026-05-14T20:46:50Z</dcterms:modified>
  <cp:category/>
</cp:coreProperties>
</file>